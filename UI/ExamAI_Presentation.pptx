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28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rPr lang="en-US" dirty="0"/>
              <a:t>Maulana Abul Kalam Azad University of Technology of West Bengal</a:t>
            </a:r>
          </a:p>
          <a:p>
            <a:pPr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rPr lang="en-US" dirty="0"/>
              <a:t>Seacom Engineering College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Georgia"/>
              </a:defRPr>
            </a:pPr>
            <a:r>
              <a:t>ExamAI</a:t>
            </a:r>
          </a:p>
          <a:p>
            <a:pPr>
              <a:spcBef>
                <a:spcPts val="1200"/>
              </a:spcBef>
              <a:defRPr sz="2200">
                <a:solidFill>
                  <a:srgbClr val="10B981"/>
                </a:solidFill>
                <a:latin typeface="Trebuchet MS"/>
              </a:defRPr>
            </a:pPr>
            <a:r>
              <a:t>AI-Powered Secure Examination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548640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  <a:latin typeface="Trebuchet MS"/>
              </a:defRPr>
            </a:pPr>
            <a:r>
              <a:rPr dirty="0"/>
              <a:t>Presented By: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rPr dirty="0"/>
              <a:t>Sumangal Kayal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Trebuchet MS"/>
              </a:defRPr>
            </a:pPr>
            <a:r>
              <a:rPr dirty="0" err="1"/>
              <a:t>B.Tech</a:t>
            </a:r>
            <a:r>
              <a:rPr dirty="0"/>
              <a:t> Final Year Project</a:t>
            </a:r>
            <a:br>
              <a:rPr dirty="0"/>
            </a:br>
            <a:r>
              <a:rPr dirty="0"/>
              <a:t>Department of </a:t>
            </a:r>
            <a:r>
              <a:rPr lang="en-US" dirty="0"/>
              <a:t>Information Technology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8686800" y="2011680"/>
            <a:ext cx="2560320" cy="3200400"/>
          </a:xfrm>
          <a:prstGeom prst="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rPr dirty="0"/>
              <a:t>B.TECH CAPSTONE</a:t>
            </a:r>
            <a:br>
              <a:rPr dirty="0"/>
            </a:br>
            <a:br>
              <a:rPr dirty="0"/>
            </a:br>
            <a:r>
              <a:rPr dirty="0"/>
              <a:t>EXAMINATION</a:t>
            </a:r>
            <a:br>
              <a:rPr dirty="0"/>
            </a:br>
            <a:r>
              <a:rPr dirty="0"/>
              <a:t>PORTAL</a:t>
            </a:r>
            <a:br>
              <a:rPr dirty="0"/>
            </a:br>
            <a:br>
              <a:rPr dirty="0"/>
            </a:br>
            <a:r>
              <a:rPr dirty="0"/>
              <a:t>AI PROCTORING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Trebuchet MS"/>
              </a:defRPr>
            </a:pPr>
            <a:r>
              <a:t>EXAMAI: AI-POWERED SECURE EXAMINATION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Index &amp; Presentation 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</a:pPr>
            <a:r>
              <a:rPr sz="1800" b="1">
                <a:solidFill>
                  <a:srgbClr val="0F172A"/>
                </a:solidFill>
                <a:latin typeface="Trebuchet MS"/>
              </a:rPr>
              <a:t>01.  </a:t>
            </a:r>
            <a:r>
              <a:rPr sz="1800">
                <a:solidFill>
                  <a:srgbClr val="334155"/>
                </a:solidFill>
                <a:latin typeface="Trebuchet MS"/>
              </a:rPr>
              <a:t>Project Overview &amp; Introduction</a:t>
            </a:r>
          </a:p>
          <a:p>
            <a:pPr>
              <a:spcBef>
                <a:spcPts val="1500"/>
              </a:spcBef>
            </a:pPr>
            <a:r>
              <a:rPr sz="1800" b="1">
                <a:solidFill>
                  <a:srgbClr val="0F172A"/>
                </a:solidFill>
                <a:latin typeface="Trebuchet MS"/>
              </a:rPr>
              <a:t>02.  </a:t>
            </a:r>
            <a:r>
              <a:rPr sz="1800">
                <a:solidFill>
                  <a:srgbClr val="334155"/>
                </a:solidFill>
                <a:latin typeface="Trebuchet MS"/>
              </a:rPr>
              <a:t>Problem Statement &amp; Project Scope</a:t>
            </a:r>
          </a:p>
          <a:p>
            <a:pPr>
              <a:spcBef>
                <a:spcPts val="1500"/>
              </a:spcBef>
            </a:pPr>
            <a:r>
              <a:rPr sz="1800" b="1">
                <a:solidFill>
                  <a:srgbClr val="0F172A"/>
                </a:solidFill>
                <a:latin typeface="Trebuchet MS"/>
              </a:rPr>
              <a:t>03.  </a:t>
            </a:r>
            <a:r>
              <a:rPr sz="1800">
                <a:solidFill>
                  <a:srgbClr val="334155"/>
                </a:solidFill>
                <a:latin typeface="Trebuchet MS"/>
              </a:rPr>
              <a:t>Core System Features (Tri-Role Panel)</a:t>
            </a:r>
          </a:p>
          <a:p>
            <a:pPr>
              <a:spcBef>
                <a:spcPts val="1500"/>
              </a:spcBef>
            </a:pPr>
            <a:r>
              <a:rPr sz="1800" b="1">
                <a:solidFill>
                  <a:srgbClr val="0F172A"/>
                </a:solidFill>
                <a:latin typeface="Trebuchet MS"/>
              </a:rPr>
              <a:t>04.  </a:t>
            </a:r>
            <a:r>
              <a:rPr sz="1800">
                <a:solidFill>
                  <a:srgbClr val="334155"/>
                </a:solidFill>
                <a:latin typeface="Trebuchet MS"/>
              </a:rPr>
              <a:t>System Architecture &amp; Flow</a:t>
            </a:r>
          </a:p>
          <a:p>
            <a:pPr>
              <a:spcBef>
                <a:spcPts val="1500"/>
              </a:spcBef>
            </a:pPr>
            <a:r>
              <a:rPr sz="1800" b="1">
                <a:solidFill>
                  <a:srgbClr val="0F172A"/>
                </a:solidFill>
                <a:latin typeface="Trebuchet MS"/>
              </a:rPr>
              <a:t>05.  </a:t>
            </a:r>
            <a:r>
              <a:rPr sz="1800">
                <a:solidFill>
                  <a:srgbClr val="334155"/>
                </a:solidFill>
                <a:latin typeface="Trebuchet MS"/>
              </a:rPr>
              <a:t>AI Proctoring &amp; Verification (face-api.js)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</a:pPr>
            <a:r>
              <a:rPr sz="1800" b="1">
                <a:solidFill>
                  <a:srgbClr val="0F172A"/>
                </a:solidFill>
                <a:latin typeface="Trebuchet MS"/>
              </a:rPr>
              <a:t>06.  </a:t>
            </a:r>
            <a:r>
              <a:rPr sz="1800">
                <a:solidFill>
                  <a:srgbClr val="334155"/>
                </a:solidFill>
                <a:latin typeface="Trebuchet MS"/>
              </a:rPr>
              <a:t>Database Schema &amp; API Design</a:t>
            </a:r>
          </a:p>
          <a:p>
            <a:pPr>
              <a:spcBef>
                <a:spcPts val="1500"/>
              </a:spcBef>
            </a:pPr>
            <a:r>
              <a:rPr sz="1800" b="1">
                <a:solidFill>
                  <a:srgbClr val="0F172A"/>
                </a:solidFill>
                <a:latin typeface="Trebuchet MS"/>
              </a:rPr>
              <a:t>07.  </a:t>
            </a:r>
            <a:r>
              <a:rPr sz="1800">
                <a:solidFill>
                  <a:srgbClr val="334155"/>
                </a:solidFill>
                <a:latin typeface="Trebuchet MS"/>
              </a:rPr>
              <a:t>Technical Implementation Stack</a:t>
            </a:r>
          </a:p>
          <a:p>
            <a:pPr>
              <a:spcBef>
                <a:spcPts val="1500"/>
              </a:spcBef>
            </a:pPr>
            <a:r>
              <a:rPr sz="1800" b="1">
                <a:solidFill>
                  <a:srgbClr val="0F172A"/>
                </a:solidFill>
                <a:latin typeface="Trebuchet MS"/>
              </a:rPr>
              <a:t>08.  </a:t>
            </a:r>
            <a:r>
              <a:rPr sz="1800">
                <a:solidFill>
                  <a:srgbClr val="334155"/>
                </a:solidFill>
                <a:latin typeface="Trebuchet MS"/>
              </a:rPr>
              <a:t>System Workflow &amp; Process Steps</a:t>
            </a:r>
          </a:p>
          <a:p>
            <a:pPr>
              <a:spcBef>
                <a:spcPts val="1500"/>
              </a:spcBef>
            </a:pPr>
            <a:r>
              <a:rPr sz="1800" b="1">
                <a:solidFill>
                  <a:srgbClr val="0F172A"/>
                </a:solidFill>
                <a:latin typeface="Trebuchet MS"/>
              </a:rPr>
              <a:t>09.  </a:t>
            </a:r>
            <a:r>
              <a:rPr sz="1800">
                <a:solidFill>
                  <a:srgbClr val="334155"/>
                </a:solidFill>
                <a:latin typeface="Trebuchet MS"/>
              </a:rPr>
              <a:t>Future Enhancements &amp; Additions</a:t>
            </a:r>
          </a:p>
          <a:p>
            <a:pPr>
              <a:spcBef>
                <a:spcPts val="1500"/>
              </a:spcBef>
            </a:pPr>
            <a:r>
              <a:rPr sz="1800" b="1">
                <a:solidFill>
                  <a:srgbClr val="0F172A"/>
                </a:solidFill>
                <a:latin typeface="Trebuchet MS"/>
              </a:rPr>
              <a:t>10.  </a:t>
            </a:r>
            <a:r>
              <a:rPr sz="1800">
                <a:solidFill>
                  <a:srgbClr val="334155"/>
                </a:solidFill>
                <a:latin typeface="Trebuchet MS"/>
              </a:rPr>
              <a:t>Academic Relevance &amp; Final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Trebuchet MS"/>
              </a:defRPr>
            </a:pPr>
            <a:r>
              <a:t>EXAMAI: AI-POWERED SECURE EXAMINATION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Introduction &amp;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Next-Gen Assessment Portal: </a:t>
            </a:r>
            <a:r>
              <a:rPr sz="1600">
                <a:solidFill>
                  <a:srgbClr val="334155"/>
                </a:solidFill>
                <a:latin typeface="Trebuchet MS"/>
              </a:rPr>
              <a:t>ExamAI is a modern, full-stack online examination system designed to manage remote assessments securely.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Roles &amp; Capabilities: </a:t>
            </a:r>
            <a:r>
              <a:rPr sz="1600">
                <a:solidFill>
                  <a:srgbClr val="334155"/>
                </a:solidFill>
                <a:latin typeface="Trebuchet MS"/>
              </a:rPr>
              <a:t>Integrates three distinct functional roles - Student (examinee), Examiner (invigilator/creator), and Administrator (system audit/oversight).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Intelligent Monitoring: </a:t>
            </a:r>
            <a:r>
              <a:rPr sz="1600">
                <a:solidFill>
                  <a:srgbClr val="334155"/>
                </a:solidFill>
                <a:latin typeface="Trebuchet MS"/>
              </a:rPr>
              <a:t>Protects academic integrity using client-side AI analysis to capture anomalies (window tab switches, facial absences, multiple users).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Autonomous Pipeline: </a:t>
            </a:r>
            <a:r>
              <a:rPr sz="1600">
                <a:solidFill>
                  <a:srgbClr val="334155"/>
                </a:solidFill>
                <a:latin typeface="Trebuchet MS"/>
              </a:rPr>
              <a:t>Streamlines assessment creation, answer evaluation, risk log processing, and final dashboard analytics in a single environment.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71600"/>
            <a:ext cx="365760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6002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EXAMAI HIGHLIGHTS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MERN Stack + Client AI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Tri-Role Access Boundaries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Real-Time Incident Tracking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Automated Evaluation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Trebuchet MS"/>
              </a:defRPr>
            </a:pPr>
            <a:r>
              <a:t>EXAMAI: AI-POWERED SECURE EXAMINATION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Problem Statement &amp; Necessity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Integrity Risks: </a:t>
            </a:r>
            <a:r>
              <a:rPr sz="1600">
                <a:solidFill>
                  <a:srgbClr val="334155"/>
                </a:solidFill>
                <a:latin typeface="Trebuchet MS"/>
              </a:rPr>
              <a:t>Traditional remote tests lack direct oversight, leading to widespread cheating, tab switching, and unauthorized aids.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Scalability Limits: </a:t>
            </a:r>
            <a:r>
              <a:rPr sz="1600">
                <a:solidFill>
                  <a:srgbClr val="334155"/>
                </a:solidFill>
                <a:latin typeface="Trebuchet MS"/>
              </a:rPr>
              <a:t>Manual remote invigilation requires a high ratio of human proctors, causing excessive costs and human oversight fatigue.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LMS Shortcomings: </a:t>
            </a:r>
            <a:r>
              <a:rPr sz="1600">
                <a:solidFill>
                  <a:srgbClr val="334155"/>
                </a:solidFill>
                <a:latin typeface="Trebuchet MS"/>
              </a:rPr>
              <a:t>Standard Learning Management Systems do not include integrated facial authentication or active background behavioral tracking.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Unified Platform Need: </a:t>
            </a:r>
            <a:r>
              <a:rPr sz="1600">
                <a:solidFill>
                  <a:srgbClr val="334155"/>
                </a:solidFill>
                <a:latin typeface="Trebuchet MS"/>
              </a:rPr>
              <a:t>Institutions need a cost-effective, real-time proctored test environment that evaluates students and tracks risk indexes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71600"/>
            <a:ext cx="365760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6002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CORE TARGET PROBLEMS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Unverified candidate identity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Frequent browser tab switches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Exorbitant cost of human invigilation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Scattered audit logs &amp; charts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Trebuchet MS"/>
              </a:defRPr>
            </a:pPr>
            <a:r>
              <a:t>EXAMAI: AI-POWERED SECURE EXAMINATION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Core System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Student Dashboard: </a:t>
            </a:r>
            <a:r>
              <a:rPr sz="1600">
                <a:solidFill>
                  <a:srgbClr val="334155"/>
                </a:solidFill>
                <a:latin typeface="Trebuchet MS"/>
              </a:rPr>
              <a:t>Features Secure login, Face-ID validation, active exam panel, automatic countdown autosave, and instantaneous grade delivery.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Examiner Workspace: </a:t>
            </a:r>
            <a:r>
              <a:rPr sz="1600">
                <a:solidFill>
                  <a:srgbClr val="334155"/>
                </a:solidFill>
                <a:latin typeface="Trebuchet MS"/>
              </a:rPr>
              <a:t>Provides interface to design exams, author custom questions, review submissions, and inspect real-time anomaly timelines with risk scoring.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AI Proctoring Module: </a:t>
            </a:r>
            <a:r>
              <a:rPr sz="1600">
                <a:solidFill>
                  <a:srgbClr val="334155"/>
                </a:solidFill>
                <a:latin typeface="Trebuchet MS"/>
              </a:rPr>
              <a:t>Tracks tab switches, window minimizations, facial presence, and calculates composite candidate risk quotients.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71600"/>
            <a:ext cx="365760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6002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ADMIN CONTROLS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System-wide analytics dashboard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Interactive audit log viewer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Database model security controls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Account creation &amp;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Trebuchet MS"/>
              </a:defRPr>
            </a:pPr>
            <a:r>
              <a:t>EXAMAI: AI-POWERED SECURE EXAMINATION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System Architecture &amp;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Client-Server Decoupling: </a:t>
            </a:r>
            <a:r>
              <a:rPr sz="1600">
                <a:solidFill>
                  <a:srgbClr val="334155"/>
                </a:solidFill>
                <a:latin typeface="Trebuchet MS"/>
              </a:rPr>
              <a:t>React frontend communicates with Express backend through structured REST API endpoints.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Security Architecture: </a:t>
            </a:r>
            <a:r>
              <a:rPr sz="1600">
                <a:solidFill>
                  <a:srgbClr val="334155"/>
                </a:solidFill>
                <a:latin typeface="Trebuchet MS"/>
              </a:rPr>
              <a:t>Stateless authentication via JSON Web Tokens (JWT) stored client-side; password encryption utilizing bcryptjs.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Database Management: </a:t>
            </a:r>
            <a:r>
              <a:rPr sz="1600">
                <a:solidFill>
                  <a:srgbClr val="334155"/>
                </a:solidFill>
                <a:latin typeface="Trebuchet MS"/>
              </a:rPr>
              <a:t>Express communicates with MongoDB Atlas via Mongoose ODM for reliable schemas.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AI Pipeline: </a:t>
            </a:r>
            <a:r>
              <a:rPr sz="1600">
                <a:solidFill>
                  <a:srgbClr val="334155"/>
                </a:solidFill>
                <a:latin typeface="Trebuchet MS"/>
              </a:rPr>
              <a:t>Face detection model runs fully on the client browser via face-api.js, saving server resources and bandwidth.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71600"/>
            <a:ext cx="365760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6002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DATA FLOW STEPS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1. Auth &amp; JWT generation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2. Client-side face descriptor check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3. Exam delivery &amp; active timers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4. Event logs pushed to server DB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5. Live examiner dashboard updates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Trebuchet MS"/>
              </a:defRPr>
            </a:pPr>
            <a:r>
              <a:t>EXAMAI: AI-POWERED SECURE EXAMINATION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AI Proctoring &amp; Face-ID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Face Descriptors: </a:t>
            </a:r>
            <a:r>
              <a:rPr sz="1600">
                <a:solidFill>
                  <a:srgbClr val="334155"/>
                </a:solidFill>
                <a:latin typeface="Trebuchet MS"/>
              </a:rPr>
              <a:t>Extracts a 128-dimensional mathematical vector (descriptor) representing distinct facial features via deep learning models.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Verification Process: </a:t>
            </a:r>
            <a:r>
              <a:rPr sz="1600">
                <a:solidFill>
                  <a:srgbClr val="334155"/>
                </a:solidFill>
                <a:latin typeface="Trebuchet MS"/>
              </a:rPr>
              <a:t>During verification, face-api.js matches live webcam descriptors against the registered vector using Euclidean distance.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Tab Switch Logging: </a:t>
            </a:r>
            <a:r>
              <a:rPr sz="1600">
                <a:solidFill>
                  <a:srgbClr val="334155"/>
                </a:solidFill>
                <a:latin typeface="Trebuchet MS"/>
              </a:rPr>
              <a:t>Intercepts browser Page Visibility API events to record when a candidate leaves the examination window.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Risk Scoring: </a:t>
            </a:r>
            <a:r>
              <a:rPr sz="1600">
                <a:solidFill>
                  <a:srgbClr val="334155"/>
                </a:solidFill>
                <a:latin typeface="Trebuchet MS"/>
              </a:rPr>
              <a:t>Computes a cumulative danger metric based on incident logs. Examiners get immediate telemetry on candidate violations.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71600"/>
            <a:ext cx="365760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6002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MONITORED VIOLATIONS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Tab changes &amp; focus losses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No face detected in webcam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Identity validation failures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Audio/visual threshold warnings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Trebuchet MS"/>
              </a:defRPr>
            </a:pPr>
            <a:r>
              <a:t>EXAMAI: AI-POWERED SECURE EXAMINATION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Database Models &amp; API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Mongoose Schema Models: </a:t>
            </a:r>
            <a:r>
              <a:rPr sz="1600">
                <a:solidFill>
                  <a:srgbClr val="334155"/>
                </a:solidFill>
                <a:latin typeface="Trebuchet MS"/>
              </a:rPr>
              <a:t>Utilizes structured models for Users (roles, hashes, face descriptors), Exams, Submissions, and Incidents.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Auth Modules: </a:t>
            </a:r>
            <a:r>
              <a:rPr sz="1600">
                <a:solidFill>
                  <a:srgbClr val="334155"/>
                </a:solidFill>
                <a:latin typeface="Trebuchet MS"/>
              </a:rPr>
              <a:t>Supports registration, JWT token generation, and secure payload decryption on middleware routes.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Exam &amp; Submission APIs: </a:t>
            </a:r>
            <a:r>
              <a:rPr sz="1600">
                <a:solidFill>
                  <a:srgbClr val="334155"/>
                </a:solidFill>
                <a:latin typeface="Trebuchet MS"/>
              </a:rPr>
              <a:t>Facilitates CRUD operations on questions, real-time response commits, and automated score compiling on exam termination.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Incident Logging APIs: </a:t>
            </a:r>
            <a:r>
              <a:rPr sz="1600">
                <a:solidFill>
                  <a:srgbClr val="334155"/>
                </a:solidFill>
                <a:latin typeface="Trebuchet MS"/>
              </a:rPr>
              <a:t>Stores timelines of violations and fetches analytics datasets for examiners.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71600"/>
            <a:ext cx="365760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6002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CORE API ENDPOINTS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POST /api/auth/login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POST /api/auth/register-face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GET/POST /api/exams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POST /api/submissions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POST /api/incidents/log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Trebuchet MS"/>
              </a:defRPr>
            </a:pPr>
            <a:r>
              <a:t>EXAMAI: AI-POWERED SECURE EXAMINATION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Technical Stack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Frontend (React 19 &amp; Vite 8): </a:t>
            </a:r>
            <a:r>
              <a:rPr sz="1600">
                <a:solidFill>
                  <a:srgbClr val="334155"/>
                </a:solidFill>
                <a:latin typeface="Trebuchet MS"/>
              </a:rPr>
              <a:t>Responsive UI utilizing modern react hooks, React Router 7 for secure routing boundaries, and vanilla CSS for styling.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Backend (Node.js &amp; Express 5): </a:t>
            </a:r>
            <a:r>
              <a:rPr sz="1600">
                <a:solidFill>
                  <a:srgbClr val="334155"/>
                </a:solidFill>
                <a:latin typeface="Trebuchet MS"/>
              </a:rPr>
              <a:t>Robust, async API layer, CORS support, secure file processing via Multer, and routing middlewares.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Database (MongoDB Atlas): </a:t>
            </a:r>
            <a:r>
              <a:rPr sz="1600">
                <a:solidFill>
                  <a:srgbClr val="334155"/>
                </a:solidFill>
                <a:latin typeface="Trebuchet MS"/>
              </a:rPr>
              <a:t>Flexible document-based storage, high availability indexing, and cloud replication.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Telemetry &amp; AI: </a:t>
            </a:r>
            <a:r>
              <a:rPr sz="1600">
                <a:solidFill>
                  <a:srgbClr val="334155"/>
                </a:solidFill>
                <a:latin typeface="Trebuchet MS"/>
              </a:rPr>
              <a:t>Recharts for telemetry dashboards, Lucide React icons, and local face-api.js web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71600"/>
            <a:ext cx="365760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6002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KEY LIBRARIES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face-api.js (Local ML)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Recharts (Visual analytics)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bcryptjs (Password hash)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jsonwebtoken (Auth token)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Trebuchet MS"/>
              </a:defRPr>
            </a:pPr>
            <a:r>
              <a:t>EXAMAI: AI-POWERED SECURE EXAMINATION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Future Scope &amp;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Live Audio Monitoring: </a:t>
            </a:r>
            <a:r>
              <a:rPr sz="1600">
                <a:solidFill>
                  <a:srgbClr val="334155"/>
                </a:solidFill>
                <a:latin typeface="Trebuchet MS"/>
              </a:rPr>
              <a:t>Integration of noise capture algorithms to flag verbal discussions and background help anomalies.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Dedicated Lockdown Browser: </a:t>
            </a:r>
            <a:r>
              <a:rPr sz="1600">
                <a:solidFill>
                  <a:srgbClr val="334155"/>
                </a:solidFill>
                <a:latin typeface="Trebuchet MS"/>
              </a:rPr>
              <a:t>Building an OS-specific wrapper application to disable screenshots, secondary displays, and shortcut commands.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Server-Side AI Audits: </a:t>
            </a:r>
            <a:r>
              <a:rPr sz="1600">
                <a:solidFill>
                  <a:srgbClr val="334155"/>
                </a:solidFill>
                <a:latin typeface="Trebuchet MS"/>
              </a:rPr>
              <a:t>Moving heavy visual models to backend nodes for periodic feed reviews.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Automated Notification System: </a:t>
            </a:r>
            <a:r>
              <a:rPr sz="1600">
                <a:solidFill>
                  <a:srgbClr val="334155"/>
                </a:solidFill>
                <a:latin typeface="Trebuchet MS"/>
              </a:rPr>
              <a:t>Incorporating SMS or email auto-warnings when a student violates proctor bounds multiple times.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71600"/>
            <a:ext cx="365760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6002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VALUE ADDITIONS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Multi-face detection models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Automatic exam certificate generation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Live invigilator audio/video calls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Predictive ML cheating 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Trebuchet MS"/>
              </a:defRPr>
            </a:pPr>
            <a:r>
              <a:t>EXAMAI: AI-POWERED SECURE EXAMINATION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Academic Relevance &amp;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MERN Demonstration: </a:t>
            </a:r>
            <a:r>
              <a:rPr sz="1600">
                <a:solidFill>
                  <a:srgbClr val="334155"/>
                </a:solidFill>
                <a:latin typeface="Trebuchet MS"/>
              </a:rPr>
              <a:t>Showcases professional full-stack Javascript mastery, data schema optimizations, and security controls.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Browser ML Implementation: </a:t>
            </a:r>
            <a:r>
              <a:rPr sz="1600">
                <a:solidFill>
                  <a:srgbClr val="334155"/>
                </a:solidFill>
                <a:latin typeface="Trebuchet MS"/>
              </a:rPr>
              <a:t>Illustrates the capability of executing AI models directly in-browser for zero-cost client processing.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Enterprise Readiness: </a:t>
            </a:r>
            <a:r>
              <a:rPr sz="1600">
                <a:solidFill>
                  <a:srgbClr val="334155"/>
                </a:solidFill>
                <a:latin typeface="Trebuchet MS"/>
              </a:rPr>
              <a:t>Maintains strict separation of concerns, JWT stateless routes, and interactive admin dashboards.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F172A"/>
                </a:solidFill>
                <a:latin typeface="Trebuchet MS"/>
              </a:rPr>
              <a:t>Conclusion: </a:t>
            </a:r>
            <a:r>
              <a:rPr sz="1600">
                <a:solidFill>
                  <a:srgbClr val="334155"/>
                </a:solidFill>
                <a:latin typeface="Trebuchet MS"/>
              </a:rPr>
              <a:t>ExamAI resolves core online testing vulnerabilities, proving that smart software solutions can effectively secure distant learning.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71600"/>
            <a:ext cx="365760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6002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PRESENTATION SUMMARY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Secure MERN Architecture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Real-Time Client-Side AI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Optimized DB schemas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Trebuchet MS"/>
              </a:defRPr>
            </a:pPr>
            <a:r>
              <a:t>•  Flexible Future-Ready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Georgia"/>
              </a:defRPr>
            </a:pPr>
            <a:r>
              <a:t>THANK YOU!</a:t>
            </a:r>
          </a:p>
          <a:p>
            <a:pPr>
              <a:spcBef>
                <a:spcPts val="1200"/>
              </a:spcBef>
              <a:defRPr sz="2200">
                <a:solidFill>
                  <a:srgbClr val="10B981"/>
                </a:solidFill>
                <a:latin typeface="Trebuchet MS"/>
              </a:defRPr>
            </a:pPr>
            <a:r>
              <a:t>Questions &amp; Discussions are Welcome.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Project: ExamAI - Secure Examination Portal</a:t>
            </a:r>
          </a:p>
          <a:p>
            <a:pPr>
              <a:spcBef>
                <a:spcPts val="600"/>
              </a:spcBef>
              <a:defRPr sz="1400">
                <a:solidFill>
                  <a:srgbClr val="94A3B8"/>
                </a:solidFill>
                <a:latin typeface="Trebuchet MS"/>
              </a:defRPr>
            </a:pPr>
            <a:r>
              <a:t>Student Name: Sumangal Kayal | B.Tech CSE Final Year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Trebuchet MS"/>
              </a:defRPr>
            </a:pPr>
            <a:r>
              <a:t>College Name: [Your College/University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1220</Words>
  <Application>Microsoft Office PowerPoint</Application>
  <PresentationFormat>Widescreen</PresentationFormat>
  <Paragraphs>125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Sumangal</cp:lastModifiedBy>
  <cp:revision>2</cp:revision>
  <dcterms:created xsi:type="dcterms:W3CDTF">2013-01-27T09:14:16Z</dcterms:created>
  <dcterms:modified xsi:type="dcterms:W3CDTF">2026-07-06T08:33:34Z</dcterms:modified>
  <cp:category/>
</cp:coreProperties>
</file>